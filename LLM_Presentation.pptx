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CH_MASTER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Large Language Models (LLM)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Large Language Models (LLM)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7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of Artificial Intelligence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1F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an LLM?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type of AI trained on vast amounts of text data to understand and generate human-like language.
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Scale: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Characterized by billions of parameters (e.g., GPT-4 has over 1 trillion).
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Foundation: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using deep learning techniques, specifically the Transformer architecture.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1F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LLMs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Transformer Architecture: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"Attention" mechanisms to weigh the importance of different words in a sentence.
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Pre-training: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from the internet, books, and code to predict the next token.
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Fine-tuning: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 Learning from Human Feedback (RLHF) to align with human values.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1F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Capabilities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Text Generation: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writing, emails, reports.
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Reasoning: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math problems and logical puzzles.
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Coding: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and debugging software in many languages.
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Translation: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 translation between dozens of languages.
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Summarization: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Condensing long documents into key points.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1F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Popular LLMs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Model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Developer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Key Strength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GPT-4o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OpenAI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State-of-the-art multimodal reasoning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Claude 3.5 Sonnet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Anthropic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Nuanced writing and coding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Llama 3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Meta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Leading open-source model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Gemini 1.5 Pro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Google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Massive context window (up to 2M)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1F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 &amp; Ethics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Hallucinations: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confident but incorrect information.
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Bias: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Reflecting prejudices present in training data.
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Privacy: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of leaking sensitive training info.
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Energy: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computational and environmental cost.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1F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Future of LLMs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Agentic Workflows: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that uses tools and executes tasks autonomously.
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Multimodality: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processing of text, image, audio, and video.
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Efficiency: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Smaller, more efficient models (SLMs) for on-device use.
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Personalization: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tailored to individual users or companies.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7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| Large Language Models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2026-03-14T03:57:39Z</dcterms:created>
  <dcterms:modified xsi:type="dcterms:W3CDTF">2026-03-14T03:57:39Z</dcterms:modified>
</cp:coreProperties>
</file>